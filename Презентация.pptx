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MVJ2EPaTSwy2hmS34fFmWJWWr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960650" y="958425"/>
            <a:ext cx="8270700" cy="2062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4400"/>
              <a:t>ОТЧЕТ</a:t>
            </a:r>
            <a:endParaRPr b="1" sz="4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4400"/>
              <a:t>ПО УЧЕБНОЙ ПРАКТИКЕ</a:t>
            </a:r>
            <a:endParaRPr b="1" sz="4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b="1" sz="4400"/>
          </a:p>
        </p:txBody>
      </p:sp>
      <p:sp>
        <p:nvSpPr>
          <p:cNvPr id="85" name="Google Shape;85;p1"/>
          <p:cNvSpPr txBox="1"/>
          <p:nvPr/>
        </p:nvSpPr>
        <p:spPr>
          <a:xfrm>
            <a:off x="1578200" y="352325"/>
            <a:ext cx="91344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ФГБОУ ВО «Глазовский государственный инженерно-педагогический </a:t>
            </a:r>
            <a:r>
              <a:rPr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Университет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2207550" y="2460100"/>
            <a:ext cx="7776900" cy="13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ru-RU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ПМ. 04 СОПРОВОЖДЕНИЕ И ОБСЛУЖИВАНИЕ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ru-RU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ПРОГРАММНОГО ОБЕСПЕЧЕНИЯ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ru-RU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КОМПЬЮТЕРНЫХ СИСТЕМ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ru-RU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УП. 04 УЧЕБНАЯ ПРАКТИКА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728750" y="3896300"/>
            <a:ext cx="87345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Специальность: 09.02.07 Информационные системы и программирование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Даты прохождения: 22.11.2025 – 05.12.2025.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6875550" y="5027750"/>
            <a:ext cx="51462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ФИО Воробьев Савелий Игоревич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Гр. СИ 132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5056950" y="6219957"/>
            <a:ext cx="20781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г. Глазов 2025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DS Function Generator 10 µHz - 3 MHz" id="94" name="Google Shape;9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86186" y="1766753"/>
            <a:ext cx="4804353" cy="4804353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"/>
          <p:cNvSpPr txBox="1"/>
          <p:nvPr/>
        </p:nvSpPr>
        <p:spPr>
          <a:xfrm>
            <a:off x="5047983" y="350981"/>
            <a:ext cx="24384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ru-RU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Цель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1071418" y="1120422"/>
            <a:ext cx="102339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ru-RU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Разработка и установка драйверов NI VISA USB raw для функционального генератора PeakTech 4055MV (обеспечение программной совместимости).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/>
        </p:nvSpPr>
        <p:spPr>
          <a:xfrm>
            <a:off x="5135418" y="258619"/>
            <a:ext cx="293716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ru-RU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Задачи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766618" y="1843959"/>
            <a:ext cx="112221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ru-RU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Изучить архитектуру интерфейса.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ru-RU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Изучить метод установки драйвера для подобных устройств.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ru-RU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Установить драйвер.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ru-RU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Протестировать устройство.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/>
          <p:nvPr/>
        </p:nvSpPr>
        <p:spPr>
          <a:xfrm>
            <a:off x="3971636" y="452582"/>
            <a:ext cx="440574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ru-RU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Интерфейс VISA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 txBox="1"/>
          <p:nvPr/>
        </p:nvSpPr>
        <p:spPr>
          <a:xfrm>
            <a:off x="979055" y="1625600"/>
            <a:ext cx="11212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ru-RU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VISA: Стандартизированный интерфейс ввода-вывода (I/O) для управления измерительными приборами.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/>
          <p:nvPr/>
        </p:nvSpPr>
        <p:spPr>
          <a:xfrm>
            <a:off x="2946398" y="424750"/>
            <a:ext cx="697357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ru-RU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Создание драйвера устройства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95217" y="1523998"/>
            <a:ext cx="5155699" cy="4558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 txBox="1"/>
          <p:nvPr/>
        </p:nvSpPr>
        <p:spPr>
          <a:xfrm>
            <a:off x="1612460" y="332509"/>
            <a:ext cx="944656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ru-RU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Создание сертификата. Подпись драйвера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 txBox="1"/>
          <p:nvPr/>
        </p:nvSpPr>
        <p:spPr>
          <a:xfrm>
            <a:off x="332775" y="1913275"/>
            <a:ext cx="5439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Создание сертификата: Использован PowerShell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генерации самоподписанного сертификата (ifizmat).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1" name="Google Shape;12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150" y="2656725"/>
            <a:ext cx="5162550" cy="347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32650" y="3030175"/>
            <a:ext cx="5734050" cy="290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6"/>
          <p:cNvSpPr txBox="1"/>
          <p:nvPr/>
        </p:nvSpPr>
        <p:spPr>
          <a:xfrm>
            <a:off x="3151950" y="1138288"/>
            <a:ext cx="5061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Экспорт в форматы </a:t>
            </a:r>
            <a:r>
              <a:rPr b="1" i="0" lang="ru-RU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PFX</a:t>
            </a:r>
            <a:r>
              <a:rPr b="0" i="0" lang="ru-RU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</a:t>
            </a:r>
            <a:r>
              <a:rPr b="1" i="0" lang="ru-RU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CER</a:t>
            </a:r>
            <a:r>
              <a:rPr b="0" i="0" lang="ru-RU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Импорт </a:t>
            </a:r>
            <a:r>
              <a:rPr b="1" i="0" lang="ru-RU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CER</a:t>
            </a:r>
            <a:r>
              <a:rPr b="0" i="0" lang="ru-RU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 доверенные хранилища.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6"/>
          <p:cNvSpPr txBox="1"/>
          <p:nvPr/>
        </p:nvSpPr>
        <p:spPr>
          <a:xfrm>
            <a:off x="5832650" y="1858209"/>
            <a:ext cx="5507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Использована утилита </a:t>
            </a:r>
            <a:r>
              <a:rPr b="1" i="0" lang="ru-RU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SignTool.exe</a:t>
            </a:r>
            <a:r>
              <a:rPr b="0" i="0" lang="ru-RU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(из WDK) для наложения цифровой подписи на файл каталога (</a:t>
            </a:r>
            <a:r>
              <a:rPr b="1" i="0" lang="ru-RU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CAT-файл</a:t>
            </a:r>
            <a:r>
              <a:rPr b="0" i="0" lang="ru-RU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 txBox="1"/>
          <p:nvPr/>
        </p:nvSpPr>
        <p:spPr>
          <a:xfrm>
            <a:off x="3907270" y="434109"/>
            <a:ext cx="479367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ru-RU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Установка драйвера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36650" y="1797550"/>
            <a:ext cx="5524500" cy="404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93472" y="1625022"/>
            <a:ext cx="5730875" cy="364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8"/>
          <p:cNvSpPr txBox="1"/>
          <p:nvPr/>
        </p:nvSpPr>
        <p:spPr>
          <a:xfrm>
            <a:off x="1899722" y="323272"/>
            <a:ext cx="839255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ru-RU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Тестирование и настройка устройства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713" y="1625022"/>
            <a:ext cx="4196172" cy="4678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"/>
          <p:cNvSpPr txBox="1"/>
          <p:nvPr/>
        </p:nvSpPr>
        <p:spPr>
          <a:xfrm>
            <a:off x="4368800" y="434110"/>
            <a:ext cx="504305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ru-RU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Итоги практики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 txBox="1"/>
          <p:nvPr/>
        </p:nvSpPr>
        <p:spPr>
          <a:xfrm>
            <a:off x="895927" y="1487054"/>
            <a:ext cx="10566300" cy="48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ru-RU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Задача решена: Успешно настроена программная среда для генератора PeakTech (NI-VISA USB raw).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ru-RU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Освоенные навыки: Комплексная работа с инструментарием WDK и NI-VISA Driver Wizard. Процедура цифровой подписи драйверов (PowerShell, SignTool). Углубленное знание архитектуры интерфейсов VISA.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ru-RU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Практическая ценность: Получен опыт интеграции специализированного лабораторного оборудования в IT-инфраструктуру.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2024-12-04T18:30:26Z</dcterms:created>
  <dc:creator>Иван Логинов</dc:creator>
</cp:coreProperties>
</file>